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Algorithmes de Compression – Huffman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Explications du code + Preuves de concept</a:t>
            </a:r>
          </a:p>
          <a:p>
            <a:r>
              <a:t>Alex &amp; Jeremy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 Noeud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class Noeud { char? Caractere; int Frequence; Noeud Gauche; Noeud Droite; }</a:t>
            </a:r>
          </a:p>
          <a:p>
            <a:pPr/>
            <a:r>
              <a:t>Un nœud représente soit un caractère (feuille), soit un nœud interne.</a:t>
            </a:r>
          </a:p>
          <a:p>
            <a:pPr/>
            <a:r>
              <a:t>Frequence = nb d'occurrences du caractère.</a:t>
            </a:r>
          </a:p>
          <a:p>
            <a:pPr/>
            <a:r>
              <a:t>Gauche = bit 0, Droite = bit 1 dans le code Huffman.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CalculerFrequences()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int[] frequences = new int[36];</a:t>
            </a:r>
          </a:p>
          <a:p>
            <a:pPr/>
            <a:r>
              <a:t>Chaque lettre A-Z est mappée aux indices 0-25.</a:t>
            </a:r>
          </a:p>
          <a:p>
            <a:pPr/>
            <a:r>
              <a:t>Chaque chiffre 0-9 est mappé aux indices 26-35.</a:t>
            </a:r>
          </a:p>
          <a:p>
            <a:pPr/>
            <a:r>
              <a:t>On incrémente la fréquence selon le caractère lu.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Extrait de code – Calcul des fréquences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foreach(char c in texte) {</a:t>
            </a:r>
          </a:p>
          <a:p>
            <a:pPr/>
            <a:r>
              <a:t>   if(c&gt;='A'&amp;&amp;c&lt;='Z') frequences[c-'A']++;</a:t>
            </a:r>
          </a:p>
          <a:p>
            <a:pPr/>
            <a:r>
              <a:t>   else if(c&gt;='0'&amp;&amp;c&lt;='9') frequences[26+(c-'0')]++; }</a:t>
            </a:r>
          </a:p>
          <a:p>
            <a:pPr/>
            <a:r>
              <a:t>Exemple : texte = "ABA10" → A:2, B:1, 1:1, 0:1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ConstruireArbre()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Utilise une PriorityQueue&lt;Noeud,int&gt; triée par fréquence.</a:t>
            </a:r>
          </a:p>
          <a:p>
            <a:pPr/>
            <a:r>
              <a:t>On enfile chaque caractère selon sa fréquence.</a:t>
            </a:r>
          </a:p>
          <a:p>
            <a:pPr/>
            <a:r>
              <a:t>Toujours extraire les 2 nœuds les plus faibles.</a:t>
            </a:r>
          </a:p>
          <a:p>
            <a:pPr/>
            <a:r>
              <a:t>Créer un parent = somme des fréquences.</a:t>
            </a:r>
          </a:p>
          <a:p>
            <a:pPr/>
            <a:r>
              <a:t>Répéter jusqu'à 1 seul nœud → racine.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Extrait –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 g = pq.Dequeue();</a:t>
            </a:r>
          </a:p>
          <a:p>
            <a:pPr/>
            <a:r>
              <a:t>var d = pq.Dequeue();</a:t>
            </a:r>
          </a:p>
          <a:p>
            <a:pPr/>
            <a:r>
              <a:t>var parent = new Noeud(null, g.Frequence + d.Frequence) { Gauche=g, Droite=d };</a:t>
            </a:r>
          </a:p>
          <a:p>
            <a:pPr/>
            <a:r>
              <a:t>pq.Enqueue(parent, parent.Frequence);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Schéma – Construction Huffman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(Représentation simplifiée)</a:t>
            </a:r>
          </a:p>
          <a:p>
            <a:pPr/>
            <a:r>
              <a:t>Feuilles : A:5, B:2, C:1</a:t>
            </a:r>
          </a:p>
          <a:p>
            <a:pPr/>
            <a:r>
              <a:t>Fusion C+B → 3</a:t>
            </a:r>
          </a:p>
          <a:p>
            <a:pPr/>
            <a:r>
              <a:t>Fusion 3 avec A → racine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GenererCodes()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Fonction récursive :</a:t>
            </a:r>
          </a:p>
          <a:p>
            <a:pPr/>
            <a:r>
              <a:t>Gauche = ajouter '0', Droite = ajouter '1'.</a:t>
            </a:r>
          </a:p>
          <a:p>
            <a:pPr/>
            <a:r>
              <a:t>Quand node.Caractere != null → on a trouvé un code final.</a:t>
            </a:r>
          </a:p>
          <a:p>
            <a:pPr/>
            <a:r>
              <a:t>codes[caractère] = code;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Extrait – Génération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if(node.Caractere!=null) { codes[node.Caractere.Value]=code; return; }</a:t>
            </a:r>
          </a:p>
          <a:p>
            <a:pPr/>
            <a:r>
              <a:t>Generer(node.Gauche, code+"0");</a:t>
            </a:r>
          </a:p>
          <a:p>
            <a:pPr/>
            <a:r>
              <a:t>Generer(node.Droite, code+"1");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compresse = string.Concat(texte.Select(c =&gt; codes[c]));</a:t>
            </a:r>
          </a:p>
          <a:p>
            <a:pPr/>
            <a:r>
              <a:t>On remplace chaque caractère par son code Huffman.</a:t>
            </a:r>
          </a:p>
          <a:p>
            <a:pPr/>
            <a:r>
              <a:t>Exemple : A=0, B=10, C=11 → Texte ABC devient 0 10 11 → 01011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Lire chaque bit → descendre dans l'arbre.</a:t>
            </a:r>
          </a:p>
          <a:p>
            <a:pPr/>
            <a:r>
              <a:t>Si on atteint une feuille → caractère décodé.</a:t>
            </a:r>
          </a:p>
          <a:p>
            <a:pPr/>
            <a:r>
              <a:t>Revenir à la racine et continuer.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Extrait – Décompression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foreach(char bit in bits) {</a:t>
            </a:r>
          </a:p>
          <a:p>
            <a:pPr/>
            <a:r>
              <a:t>   courant = (bit=='0') ? courant.Gauche : courant.Droite;</a:t>
            </a:r>
          </a:p>
          <a:p>
            <a:pPr/>
            <a:r>
              <a:t>   si feuille → ajouter caractère et reset à root.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Complet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Texte : ABCA10</a:t>
            </a:r>
          </a:p>
          <a:p>
            <a:pPr/>
            <a:r>
              <a:t>Fréquences : A=2,B=1,C=1,1=1,0=1</a:t>
            </a:r>
          </a:p>
          <a:p>
            <a:pPr/>
            <a:r>
              <a:t>Codes générés (exemple) : A=0, B=100, C=101, 1=110, 0=111</a:t>
            </a:r>
          </a:p>
          <a:p>
            <a:pPr/>
            <a:r>
              <a:t>Texte compressé : 0 100 0 101 110 111 → 01000101110111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dans le style des notes de cours.</a:t>
            </a:r>
          </a:p>
          <a:p>
            <a:pPr/>
            <a:r>
              <a:t>Contient explications + code + preuves de concept.</a:t>
            </a:r>
          </a:p>
          <a:p>
            <a:pPr/>
            <a:r>
              <a:t>Alex &amp; Jeremy – TP3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